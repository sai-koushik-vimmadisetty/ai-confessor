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4190" y="0"/>
            <a:ext cx="4267504" cy="6858000"/>
          </a:xfrm>
          <a:prstGeom prst="rect">
            <a:avLst/>
          </a:prstGeom>
          <a:gradFill rotWithShape="1">
            <a:gsLst>
              <a:gs pos="0">
                <a:srgbClr val="C2185B"/>
              </a:gs>
              <a:gs pos="50000">
                <a:srgbClr val="7B1FA2"/>
              </a:gs>
              <a:gs pos="100000">
                <a:srgbClr val="F57C00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6596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200" b="1">
                <a:solidFill>
                  <a:srgbClr val="000000"/>
                </a:solidFill>
                <a:latin typeface="Arial"/>
              </a:rPr>
              <a:t>AI CONFESSOR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000000"/>
                </a:solidFill>
                <a:latin typeface="Arial"/>
              </a:rPr>
              <a:t>BY: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SAI KOUSHIK VIMMADisetty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gradFill rotWithShape="1">
            <a:gsLst>
              <a:gs pos="0">
                <a:srgbClr val="C2185B"/>
              </a:gs>
              <a:gs pos="50000">
                <a:srgbClr val="7B1FA2"/>
              </a:gs>
              <a:gs pos="100000">
                <a:srgbClr val="F57C00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pic>
        <p:nvPicPr>
          <p:cNvPr id="4" name="Picture 3" descr="im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57400"/>
            <a:ext cx="2103120" cy="2103120"/>
          </a:xfrm>
          <a:prstGeom prst="rect">
            <a:avLst/>
          </a:prstGeom>
        </p:spPr>
      </p:pic>
      <p:pic>
        <p:nvPicPr>
          <p:cNvPr id="5" name="Picture 4" descr="img_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57400"/>
            <a:ext cx="2103120" cy="2103120"/>
          </a:xfrm>
          <a:prstGeom prst="rect">
            <a:avLst/>
          </a:prstGeom>
        </p:spPr>
      </p:pic>
      <p:pic>
        <p:nvPicPr>
          <p:cNvPr id="6" name="Picture 5" descr="img_1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05740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452628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•  Introduction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•  Proposed method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•  Techniques used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•  Results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•  Summary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Arial"/>
              </a:rPr>
              <a:t>• 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Real-time conversational AI: a system you talk to, and it talks back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The problem: text-only chatbots feel slow, rigid, and unnatural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Voice is the most natural interface — no typing, no waiting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Goal: an always-on voice companion that listens, thinks, and speaks</a:t>
            </a:r>
          </a:p>
        </p:txBody>
      </p:sp>
      <p:pic>
        <p:nvPicPr>
          <p:cNvPr id="4" name="Picture 3" descr="img_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AI Confessor: a voice-first conversational AI web app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FastAPI backend (Python 3.12) + React + TypeScript + Vite frontend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Docker Compose: backend + frontend behind nginx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Live on AWS with Anthropic Claude (claude-sonnet-4-6) as the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PROPOSED METHOD: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Audio is captured in the browser and sent over a WebSocket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FastAPI transcribes the speech locally with Vosk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The text goes to the LLM; tokens stream back to the user live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Edge TTS converts the reply to speech for the speaker</a:t>
            </a:r>
          </a:p>
        </p:txBody>
      </p:sp>
      <p:pic>
        <p:nvPicPr>
          <p:cNvPr id="4" name="Picture 3" descr="img_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Mic  →  WebSocket  →  FastAPI  →  Vosk  →  LLM  →  Edge TTS  →  Speaker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WEBSOCKET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One persistent WebSocket connection per conversation session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Session handshake on connect; ping/pong keeps the socket alive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Server pushes token deltas as the LLM generates them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Audio chunks in, text plus audio out — on the same socket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SESSION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Every session keeps its own conversation history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Sliding window trims old turns — the system prompt is always preserved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Concurrent users never see each other's history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Isolation verified with multiple simultaneous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TECHNIQUES USED: LLM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Pluggable providers, selected by the LLM_PROVIDER setting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anthropic — live deployment runs claude-sonnet-4-6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openai — supported with an OpenAI key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mock — offline provider for tests and QA</a:t>
            </a:r>
          </a:p>
        </p:txBody>
      </p:sp>
      <p:pic>
        <p:nvPicPr>
          <p:cNvPr id="4" name="Picture 3" descr="img_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TECHNIQUES USED: VOSK + EDGE TTS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Vosk: speech recognition that runs fully locally — no cloud, no key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Model vosk-model-small-en-us-0.15 auto-downloads on first run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Edge TTS synthesizes voice replies server-side as mp3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Audio streams back over the WebSocket; the browser plays it through an audio queue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Voice toggle in the UI controls spoken replies</a:t>
            </a:r>
          </a:p>
        </p:txBody>
      </p:sp>
      <p:pic>
        <p:nvPicPr>
          <p:cNvPr id="4" name="Picture 3" descr="img_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TECHNIQUES USED: AWS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EC2 t3.medium in us-east-1 running Ubuntu 24.04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App runs in Docker Compose: backend + frontend behind nginx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Free public HTTPS via a Cloudflare quick tunnel pointed at the frontend (HTTPS is required for phone microphone access)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The Claude API key lives server-side only in the backend .env (chmod 600) — never in frontend code or Git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Deployment automated with EC2 user-data, which publishes the tunnel URL through the frontend container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Code pushed to GitHub (AI-Confessor repo)</a:t>
            </a:r>
          </a:p>
        </p:txBody>
      </p:sp>
      <p:pic>
        <p:nvPicPr>
          <p:cNvPr id="4" name="Picture 3" descr="img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RESULTS: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12/12 mock WebSocket checks passed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8/8 pytest suite passed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Concurrent-user sessions stay isolated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Vosk transcribed a 3.4 s clip exactly: “the quick brown fox jumps over the lazy dog”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Frontend production build: clean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Secrets scan clean — no keys in code</a:t>
            </a:r>
          </a:p>
        </p:txBody>
      </p:sp>
      <p:pic>
        <p:nvPicPr>
          <p:cNvPr id="4" name="Picture 3" descr="img_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RESULTS: LIVE AWS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Page loads over HTTPS with no interstitial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Header shows claude-sonnet-4-6 connected (not mock)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Live chat test: the AI replied “PONG” exactly to a one-word instruction — proving live Claude, not canned replies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Microphone capture and speech-to-text confirmed working from an iPhone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Live URL: https://passed-tampa-single-efforts.trycloudflare.com (quick-tunnel URLs change on redeploy)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The Cloudflare quick-tunnel URL is ephemeral — it changes on every redeploy (fine for a demo; a custom domain plus a named tunnel for production)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Edge TTS is a network service, so voice replies depend on connectivity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Single EC2 instance — no high availability yet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Built: a voice-first conversational AI — FastAPI + WebSockets + React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Deployed: live on AWS (EC2 + Docker + Cloudflare HTTPS tunnel) with Claude claude-sonnet-4-6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Verified: QA suite green, live PONG test proves real Claude, iPhone mic/STT works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○  Secure by design: API keys live server-side only, never in frontend code or Git</a:t>
            </a:r>
          </a:p>
        </p:txBody>
      </p:sp>
      <p:pic>
        <p:nvPicPr>
          <p:cNvPr id="4" name="Picture 3" descr="img_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331720"/>
            <a:ext cx="2057400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61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FastAPI</a:t>
            </a:r>
            <a:r>
              <a:rPr sz="1700">
                <a:latin typeface="Arial"/>
              </a:rPr>
              <a:t>  —  https://fastapi.tiangolo.com/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Vosk</a:t>
            </a:r>
            <a:r>
              <a:rPr sz="1700">
                <a:latin typeface="Arial"/>
              </a:rPr>
              <a:t>  —  https://alphacephei.com/vosk/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edge-tts</a:t>
            </a:r>
            <a:r>
              <a:rPr sz="1700">
                <a:latin typeface="Arial"/>
              </a:rPr>
              <a:t>  —  https://github.com/rany2/edge-tts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Anthropic Claude</a:t>
            </a:r>
            <a:r>
              <a:rPr sz="1700">
                <a:latin typeface="Arial"/>
              </a:rPr>
              <a:t>  —  https://docs.anthropic.com/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React</a:t>
            </a:r>
            <a:r>
              <a:rPr sz="1700">
                <a:latin typeface="Arial"/>
              </a:rPr>
              <a:t>  —  https://react.dev/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Docker</a:t>
            </a:r>
            <a:r>
              <a:rPr sz="1700">
                <a:latin typeface="Arial"/>
              </a:rPr>
              <a:t>  —  https://www.docker.com/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AWS EC2</a:t>
            </a:r>
            <a:r>
              <a:rPr sz="1700">
                <a:latin typeface="Arial"/>
              </a:rPr>
              <a:t>  —  https://aws.amazon.com/ec2/</a:t>
            </a:r>
          </a:p>
          <a:p>
            <a:pPr>
              <a:spcAft>
                <a:spcPts val="600"/>
              </a:spcAft>
            </a:pPr>
            <a:r>
              <a:rPr sz="1800">
                <a:latin typeface="Arial"/>
              </a:rPr>
              <a:t>○  </a:t>
            </a:r>
            <a:r>
              <a:rPr sz="1800">
                <a:latin typeface="Arial"/>
              </a:rPr>
              <a:t>Cloudflare Tunnel</a:t>
            </a:r>
            <a:r>
              <a:rPr sz="1700">
                <a:latin typeface="Arial"/>
              </a:rPr>
              <a:t>  —  https://www.cloudflare.com/products/tunnel/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gradFill rotWithShape="1">
            <a:gsLst>
              <a:gs pos="0">
                <a:srgbClr val="D81B2F"/>
              </a:gs>
              <a:gs pos="50000">
                <a:srgbClr val="C2185B"/>
              </a:gs>
              <a:gs pos="100000">
                <a:srgbClr val="7B1FA2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5562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24190" y="0"/>
            <a:ext cx="4267504" cy="6858000"/>
          </a:xfrm>
          <a:prstGeom prst="rect">
            <a:avLst/>
          </a:prstGeom>
          <a:gradFill rotWithShape="1">
            <a:gsLst>
              <a:gs pos="0">
                <a:srgbClr val="C2185B"/>
              </a:gs>
              <a:gs pos="50000">
                <a:srgbClr val="7B1FA2"/>
              </a:gs>
              <a:gs pos="100000">
                <a:srgbClr val="F57C00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g_1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37744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5200" b="1">
                <a:solidFill>
                  <a:srgbClr val="000000"/>
                </a:solidFill>
                <a:latin typeface="Arial"/>
              </a:rPr>
              <a:t>THANK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Arial"/>
              </a:rPr>
              <a:t>AI CONFESSOR  —  SAI KOUSHIK VIMMADisetty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